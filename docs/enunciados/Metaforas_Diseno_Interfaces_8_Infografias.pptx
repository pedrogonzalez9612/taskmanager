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13ef5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9282ae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f26f32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34972d5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a858dc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7877350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5910b3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2cc1073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Ximena Paola Huechacona Fuentes</dc:creator>
  <keywords/>
  <dc:description>generated using python-pptx</dc:description>
  <lastModifiedBy>Ximena Paola Huechacona Fuentes</lastModifiedBy>
  <revision>1</revision>
  <dcterms:created xsi:type="dcterms:W3CDTF">2026-10-07T16:44:29.6727748Z</dcterms:created>
  <dcterms:modified xsi:type="dcterms:W3CDTF">2026-10-07T16:44:29.6727748Z</dcterms:modified>
  <category/>
</coreProperties>
</file>